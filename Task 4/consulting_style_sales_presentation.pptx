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Sales Performance &amp; Profitability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Data Storytelling &amp; Statistical Validation</a:t>
            </a:r>
          </a:p>
          <a:p>
            <a:r>
              <a:rPr lang="en-IN" dirty="0"/>
              <a:t>Sanket Wali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 sales performance and profitability drivers</a:t>
            </a:r>
          </a:p>
          <a:p>
            <a:r>
              <a:t>Identify high-performing regions and product categories</a:t>
            </a:r>
          </a:p>
          <a:p>
            <a:r>
              <a:t>Analyze how discounts affect profits</a:t>
            </a:r>
          </a:p>
          <a:p>
            <a:r>
              <a:t>Generate actionable recommendations for business growth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Dataset: Global Store Sales</a:t>
            </a:r>
          </a:p>
          <a:p>
            <a:r>
              <a:t>Total Records: ~51K</a:t>
            </a:r>
          </a:p>
          <a:p>
            <a:r>
              <a:t>Key Fields: Sales, Profit, Discount, Category, Segment, Region</a:t>
            </a:r>
          </a:p>
          <a:p>
            <a:r>
              <a:t>Tools Used: Python, Pandas, Data Visualization, Statistical Testing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Performance Indicators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Sales Revenue</a:t>
            </a:r>
          </a:p>
          <a:p>
            <a:r>
              <a:t>Total Profit Generated</a:t>
            </a:r>
          </a:p>
          <a:p>
            <a:r>
              <a:t>Average Discount Applied</a:t>
            </a:r>
          </a:p>
          <a:p>
            <a:r>
              <a:t>Average Order Value</a:t>
            </a:r>
          </a:p>
          <a:p>
            <a:r>
              <a:t>Total Orders Processed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Regional Sales Analysis</a:t>
            </a:r>
          </a:p>
        </p:txBody>
      </p:sp>
      <p:pic>
        <p:nvPicPr>
          <p:cNvPr id="3" name="Picture 2" descr="region_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38" y="1417638"/>
            <a:ext cx="5111791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73934" y="2228671"/>
            <a:ext cx="417006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Key Insight</a:t>
            </a:r>
            <a:r>
              <a:rPr lang="en-IN" dirty="0"/>
              <a:t>:</a:t>
            </a:r>
            <a:endParaRPr dirty="0"/>
          </a:p>
          <a:p>
            <a:pPr lvl="1"/>
            <a:r>
              <a:rPr dirty="0"/>
              <a:t>West and East regions contribute the highest revenue. Some regions show high sales but lower profit margins.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Category Profitability</a:t>
            </a:r>
          </a:p>
        </p:txBody>
      </p:sp>
      <p:pic>
        <p:nvPicPr>
          <p:cNvPr id="3" name="Picture 2" descr="category_pro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610" y="1371600"/>
            <a:ext cx="54864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187398" y="2312830"/>
            <a:ext cx="384844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Key Insight</a:t>
            </a:r>
            <a:r>
              <a:rPr lang="en-IN" dirty="0"/>
              <a:t>:</a:t>
            </a:r>
          </a:p>
          <a:p>
            <a:r>
              <a:rPr dirty="0"/>
              <a:t>Technology category generates the highest profit while</a:t>
            </a:r>
            <a:r>
              <a:rPr lang="en-IN" dirty="0"/>
              <a:t> </a:t>
            </a:r>
            <a:r>
              <a:rPr dirty="0"/>
              <a:t>some categories</a:t>
            </a:r>
            <a:r>
              <a:rPr lang="en-IN" dirty="0"/>
              <a:t> </a:t>
            </a:r>
            <a:r>
              <a:rPr dirty="0"/>
              <a:t>depend heavily on </a:t>
            </a:r>
            <a:r>
              <a:rPr lang="en-IN" dirty="0"/>
              <a:t> </a:t>
            </a:r>
            <a:r>
              <a:rPr dirty="0"/>
              <a:t>discounting.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Discount vs Profit Relationship</a:t>
            </a:r>
          </a:p>
        </p:txBody>
      </p:sp>
      <p:pic>
        <p:nvPicPr>
          <p:cNvPr id="3" name="Picture 2" descr="discount_pro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783" y="1371600"/>
            <a:ext cx="54864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31342" y="1974691"/>
            <a:ext cx="350687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Key Insight</a:t>
            </a:r>
            <a:r>
              <a:rPr lang="en-IN" dirty="0"/>
              <a:t>:</a:t>
            </a:r>
            <a:endParaRPr dirty="0"/>
          </a:p>
          <a:p>
            <a:pPr lvl="1"/>
            <a:r>
              <a:rPr dirty="0"/>
              <a:t>High discounts correlate with lower profits. Discounts above 20% frequently lead to negative margins.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Segment Insights</a:t>
            </a:r>
          </a:p>
        </p:txBody>
      </p:sp>
      <p:pic>
        <p:nvPicPr>
          <p:cNvPr id="3" name="Picture 2" descr="segment_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18" y="1371600"/>
            <a:ext cx="54864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593918" y="1957603"/>
            <a:ext cx="289392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Key Insight</a:t>
            </a:r>
            <a:r>
              <a:rPr lang="en-IN" dirty="0"/>
              <a:t>:</a:t>
            </a:r>
            <a:endParaRPr dirty="0"/>
          </a:p>
          <a:p>
            <a:pPr lvl="1"/>
            <a:r>
              <a:rPr dirty="0"/>
              <a:t>Corporate customers generate higher value orders while consumer segment drives order volume.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Trend Over Time</a:t>
            </a:r>
          </a:p>
        </p:txBody>
      </p:sp>
      <p:pic>
        <p:nvPicPr>
          <p:cNvPr id="3" name="Picture 2" descr="monthly_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125" y="1371600"/>
            <a:ext cx="54864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48747" y="1859280"/>
            <a:ext cx="304800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Key Insight</a:t>
            </a:r>
            <a:r>
              <a:rPr lang="en-IN" dirty="0"/>
              <a:t>:</a:t>
            </a:r>
            <a:endParaRPr dirty="0"/>
          </a:p>
          <a:p>
            <a:pPr lvl="1"/>
            <a:r>
              <a:rPr dirty="0"/>
              <a:t>Sales fluctuate over time with noticeable seasonal peaks suggesting demand cycles.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Limit excessive discounting to protect margins</a:t>
            </a:r>
          </a:p>
          <a:p>
            <a:r>
              <a:t>Invest more in high-profit categories like Technology</a:t>
            </a:r>
          </a:p>
          <a:p>
            <a:r>
              <a:t>Investigate operational inefficiencies in low-profit regions</a:t>
            </a:r>
          </a:p>
          <a:p>
            <a:r>
              <a:t>Develop loyalty programs for high-value corporate customers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228</Words>
  <Application>Microsoft Office PowerPoint</Application>
  <PresentationFormat>On-screen Show (4:3)</PresentationFormat>
  <Paragraphs>39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Sales Performance &amp; Profitability Analysis</vt:lpstr>
      <vt:lpstr>Business Objective</vt:lpstr>
      <vt:lpstr>Dataset Overview</vt:lpstr>
      <vt:lpstr>Key Performance Indicators</vt:lpstr>
      <vt:lpstr>Regional Sales Analysis</vt:lpstr>
      <vt:lpstr>Category Profitability</vt:lpstr>
      <vt:lpstr>Discount vs Profit Relationship</vt:lpstr>
      <vt:lpstr>Customer Segment Insights</vt:lpstr>
      <vt:lpstr>Sales Trend Over Time</vt:lpstr>
      <vt:lpstr>Strategic Business 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Sanket Wali</cp:lastModifiedBy>
  <cp:revision>2</cp:revision>
  <dcterms:created xsi:type="dcterms:W3CDTF">2013-01-27T09:14:16Z</dcterms:created>
  <dcterms:modified xsi:type="dcterms:W3CDTF">2026-04-05T06:51:37Z</dcterms:modified>
  <cp:category/>
</cp:coreProperties>
</file>